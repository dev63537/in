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yber_background_1783954260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  <a:latin typeface="Montserrat"/>
              </a:defRPr>
            </a:pPr>
            <a:r>
              <a:t>InventMitra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C8C8"/>
                </a:solidFill>
                <a:latin typeface="Inter"/>
              </a:defRPr>
            </a:pPr>
            <a:r>
              <a:t>01 / INVENTMITRA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Poppins"/>
              </a:defRPr>
            </a:pPr>
            <a:r>
              <a:t>InventMitra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77440"/>
            <a:ext cx="3200400" cy="457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8FF"/>
                </a:solidFill>
                <a:latin typeface="Inter"/>
              </a:defRPr>
            </a:pPr>
            <a:r>
              <a:t>Your Trusted Inventory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CDCDC"/>
                </a:solidFill>
                <a:latin typeface="Montserrat"/>
              </a:defRPr>
            </a:pPr>
            <a:r>
              <a:t>Smart Inventory Management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66160"/>
            <a:ext cx="868680" cy="320040"/>
          </a:xfrm>
          <a:prstGeom prst="roundRect">
            <a:avLst/>
          </a:prstGeom>
          <a:solidFill>
            <a:srgbClr val="0A1E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Inter"/>
              </a:defRPr>
            </a:pPr>
            <a:r>
              <a:t>HTML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566160"/>
            <a:ext cx="868680" cy="320040"/>
          </a:xfrm>
          <a:prstGeom prst="roundRect">
            <a:avLst/>
          </a:prstGeom>
          <a:solidFill>
            <a:srgbClr val="0A1E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Inter"/>
              </a:defRPr>
            </a:pPr>
            <a:r>
              <a:t>CSS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80" y="3566160"/>
            <a:ext cx="868680" cy="320040"/>
          </a:xfrm>
          <a:prstGeom prst="roundRect">
            <a:avLst/>
          </a:prstGeom>
          <a:solidFill>
            <a:srgbClr val="0A1E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Inter"/>
              </a:defRPr>
            </a:pPr>
            <a:r>
              <a:t>JavaScript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3566160"/>
            <a:ext cx="868680" cy="320040"/>
          </a:xfrm>
          <a:prstGeom prst="roundRect">
            <a:avLst/>
          </a:prstGeom>
          <a:solidFill>
            <a:srgbClr val="0A1E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Inter"/>
              </a:defRPr>
            </a:pPr>
            <a:r>
              <a:t>PHP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3566160"/>
            <a:ext cx="868680" cy="320040"/>
          </a:xfrm>
          <a:prstGeom prst="roundRect">
            <a:avLst/>
          </a:prstGeom>
          <a:solidFill>
            <a:srgbClr val="0A1E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Inter"/>
              </a:defRPr>
            </a:pPr>
            <a:r>
              <a:t>MySQL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3566160"/>
            <a:ext cx="868680" cy="320040"/>
          </a:xfrm>
          <a:prstGeom prst="roundRect">
            <a:avLst/>
          </a:prstGeom>
          <a:solidFill>
            <a:srgbClr val="0A1E3C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  <a:latin typeface="Inter"/>
              </a:defRPr>
            </a:pPr>
            <a:r>
              <a:t>Bootstrap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4B4B4"/>
                </a:solidFill>
                <a:latin typeface="Inter"/>
              </a:defRPr>
            </a:pPr>
            <a:r>
              <a:t>A modern web platform designed to simplify inventory management through secure digital records, product tracking, supplier management, purchase monitoring and 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29200"/>
            <a:ext cx="2011680" cy="365760"/>
          </a:xfrm>
          <a:prstGeom prst="round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BCA Semester 5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5029200"/>
            <a:ext cx="1097280" cy="365760"/>
          </a:xfrm>
          <a:prstGeom prst="roundRect">
            <a:avLst/>
          </a:prstGeom>
          <a:solidFill>
            <a:srgbClr val="00C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Viva Ready</a:t>
            </a:r>
          </a:p>
        </p:txBody>
      </p:sp>
      <p:pic>
        <p:nvPicPr>
          <p:cNvPr id="18" name="Picture 17" descr="dashboard_ui_17839542793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914400"/>
            <a:ext cx="6400800" cy="6400800"/>
          </a:xfrm>
          <a:prstGeom prst="rect">
            <a:avLst/>
          </a:prstGeom>
        </p:spPr>
      </p:pic>
      <p:pic>
        <p:nvPicPr>
          <p:cNvPr id="19" name="Picture 18" descr="isometric_warehouse_17839542361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657600"/>
            <a:ext cx="5029200" cy="50292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57200" y="6217920"/>
            <a:ext cx="11277295" cy="365760"/>
          </a:xfrm>
          <a:prstGeom prst="roundRect">
            <a:avLst/>
          </a:prstGeom>
          <a:solidFill>
            <a:srgbClr val="0A0F1E"/>
          </a:solidFill>
          <a:ln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C8C8C8"/>
                </a:solidFill>
                <a:latin typeface="Inter"/>
              </a:defRPr>
            </a:pPr>
            <a:r>
              <a:t>BCA Semester 5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  <a:latin typeface="Inter"/>
              </a:defRPr>
            </a:pPr>
            <a:r>
              <a:t>Presented by: Meet Chavda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6217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  <a:latin typeface="Inter"/>
              </a:defRPr>
            </a:pPr>
            <a:r>
              <a:t>Guide: Vipulkumar Baldha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2179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C8C8C8"/>
                </a:solidFill>
                <a:latin typeface="Inter"/>
              </a:defRPr>
            </a:pPr>
            <a:r>
              <a:t>Kamani Science &amp; Prataprai arts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